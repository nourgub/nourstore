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تمارين" id="{2e61def8-f542-8690-5a83-190a0316e36b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المبيعات</c:v>
                </c:pt>
              </c:strCache>
            </c:strRef>
          </c:tx>
          <c:spPr>
            <a:solidFill>
              <a:srgbClr val="C43E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الثلاثي 1</c:v>
                  </c:pt>
                  <c:pt idx="1">
                    <c:v>الثلاثي 2</c:v>
                  </c:pt>
                  <c:pt idx="2">
                    <c:v>الثلاثي 3</c:v>
                  </c:pt>
                  <c:pt idx="3">
                    <c:v>الثلاثي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135</c:v>
                </c:pt>
                <c:pt idx="3">
                  <c:v>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البطاقة 1: Apparaître، Démarrer: Au clic. البطاقة 2 و3: Apparaître، Démarrer: Après la précédente، Délai: 00,50. الانتقال: Fondu، Durée: 00,70.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5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تمارين PowerPoint: الحلول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C43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تمارين PowerPoint: الحلول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تمارين PowerPoint: الحلول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تمرين لكل فصل من الفصول 3 إلى 10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تمرين الفصل 3: من فقرة إلى نقاط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حدّد هدفك أولاً</a:t>
            </a:r>
            <a:endParaRPr lang="en-US" sz="24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فكرة واحدة في كل شريحة</a:t>
            </a:r>
            <a:endParaRPr lang="en-US" sz="24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صور واضحة</a:t>
            </a:r>
            <a:endParaRPr lang="en-US" sz="2400" dirty="0"/>
          </a:p>
          <a:p>
            <a:pPr algn="r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تدرّب قبل يوم التقديم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95959"/>
                </a:solidFill>
              </a:rPr>
              <a:t>المطلوب: حوّل الفقرة إلى 4 نقاط قصيرة بحجم 24 على الأقل (Accueil ثم Puces).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تمرين الفصل 5: محاذاة الأشكال وتجميعها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2834640" y="1463040"/>
            <a:ext cx="1371600" cy="13716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371600" cy="13716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463040"/>
            <a:ext cx="1371600" cy="13716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95959"/>
                </a:solidFill>
              </a:rPr>
              <a:t>المطلوب: حدّد الدوائر الأربع، ثم Format de la forme ثم Aligner ثم Aligner en haut، ثم Distribuer horizontalement، ثم Grouper.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تمرين الفصل 6: من قائمة إلى مخطط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766560" y="17373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التخطيط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7373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التصميم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7373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التدريب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1828800" cy="1097280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العرض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95959"/>
                </a:solidFill>
              </a:rPr>
              <a:t>الحل: حدّد النص ثم Accueil ثم Convertir en graphique SmartArt ثم Processus de base. النتيجة تشبه هذه المربعات الأربعة بالترتيب من اليمين.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تمرين الفصل 7: من جدول إلى رسم بياني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8229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95959"/>
                </a:solidFill>
              </a:rPr>
              <a:t>المطلوب: Insertion ثم Graphique ثم Histogramme groupé، وانسخ الأرقام في نافذة Excel، ثم أضف Étiquettes de données. أعلى عمود: الثلاثي 4 (190).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تمرين الفصلين 9 و10: الانتقال والحركة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03504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أولاً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3774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Apparaître · Au clic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324612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ثانياً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Apparaître · Après la précédente · 0,5 s</a:t>
            </a:r>
            <a:endParaRPr lang="en-US" sz="1400" dirty="0"/>
          </a:p>
        </p:txBody>
      </p:sp>
      <p:sp>
        <p:nvSpPr>
          <p:cNvPr id="11" name="carte"/>
          <p:cNvSpPr/>
          <p:nvPr/>
        </p:nvSpPr>
        <p:spPr>
          <a:xfrm>
            <a:off x="45720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316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ثالثاً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37744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Apparaître · Après la précédente · 0,5 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595959"/>
                </a:solidFill>
              </a:rPr>
              <a:t>الحل: انتقال Fondu للشريحة، ثم Apparaître لكل بطاقة: الأولى Au clic، والباقي Après la précédente بتأخير 0,5 ثانية (التفاصيل في الملاحظات).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Exercices">
  <a:themeElements>
    <a:clrScheme name="Nourix Exercices">
      <a:dk1>
        <a:srgbClr val="1F1F1F"/>
      </a:dk1>
      <a:lt1>
        <a:srgbClr val="FFFFFF"/>
      </a:lt1>
      <a:dk2>
        <a:srgbClr val="5A1A0A"/>
      </a:dk2>
      <a:lt2>
        <a:srgbClr val="FBEFEA"/>
      </a:lt2>
      <a:accent1>
        <a:srgbClr val="C43E1C"/>
      </a:accent1>
      <a:accent2>
        <a:srgbClr val="D4A84B"/>
      </a:accent2>
      <a:accent3>
        <a:srgbClr val="2B579A"/>
      </a:accent3>
      <a:accent4>
        <a:srgbClr val="217346"/>
      </a:accent4>
      <a:accent5>
        <a:srgbClr val="7F7F7F"/>
      </a:accent5>
      <a:accent6>
        <a:srgbClr val="ED7D31"/>
      </a:accent6>
      <a:hlink>
        <a:srgbClr val="C43E1C"/>
      </a:hlink>
      <a:folHlink>
        <a:srgbClr val="D4A84B"/>
      </a:folHlink>
    </a:clrScheme>
    <a:fontScheme name="Nourix Exercic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Exercices-CORRIGE</dc:title>
  <dc:subject>PptxGenJS Presentation</dc:subject>
  <dc:creator>Nourix Academy</dc:creator>
  <cp:lastModifiedBy>Nourix Academy</cp:lastModifiedBy>
  <cp:revision>1</cp:revision>
  <dcterms:created xsi:type="dcterms:W3CDTF">2026-10-05T17:52:00Z</dcterms:created>
  <dcterms:modified xsi:type="dcterms:W3CDTF">2026-10-05T17:52:00Z</dcterms:modified>
</cp:coreProperties>
</file>