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6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التمارين" id="{682c5f51-1fb4-d795-5e25-eff61104c3a3}">
          <p14:sldIdLst>
            <p14:sldId id="256"/>
            <p14:sldId id="257"/>
            <p14:sldId id="258"/>
            <p14:sldId id="259"/>
            <p14:sldId id="260"/>
            <p14:sldId id="261"/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المبيعات</c:v>
                </c:pt>
              </c:strCache>
            </c:strRef>
          </c:tx>
          <c:spPr>
            <a:solidFill>
              <a:srgbClr val="C43E1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الثلاثي 1</c:v>
                  </c:pt>
                  <c:pt idx="1">
                    <c:v>الثلاثي 2</c:v>
                  </c:pt>
                  <c:pt idx="2">
                    <c:v>الثلاثي 3</c:v>
                  </c:pt>
                  <c:pt idx="3">
                    <c:v>الثلاثي 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120</c:v>
                </c:pt>
                <c:pt idx="1">
                  <c:v>150</c:v>
                </c:pt>
                <c:pt idx="2">
                  <c:v>135</c:v>
                </c:pt>
                <c:pt idx="3">
                  <c:v>190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95959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9D9D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95959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البطاقة 1: Apparaître، Démarrer: Au clic. البطاقة 2 و3: Apparaître، Démarrer: Après la précédente، Délai: 00,50. الانتقال: Fondu، Durée: 00,70.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">
    <p:bg>
      <p:bgPr>
        <a:solidFill>
          <a:srgbClr val="5A1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804672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r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Titre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88920"/>
            <a:ext cx="804672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en-US" sz="2000" dirty="0">
                <a:solidFill>
                  <a:schemeClr val="accent2"/>
                </a:solidFill>
              </a:defRPr>
            </a:lvl1pPr>
          </a:lstStyle>
          <a:p>
            <a:pPr algn="r" indent="0" marL="0">
              <a:buNone/>
            </a:pPr>
            <a:r>
              <a:rPr lang="en-US" sz="2000" dirty="0">
                <a:solidFill>
                  <a:schemeClr val="accent2"/>
                </a:solidFill>
              </a:rPr>
              <a:t>Sous-titre</a:t>
            </a:r>
            <a:endParaRPr lang="en-US" sz="2000" dirty="0"/>
          </a:p>
        </p:txBody>
      </p:sp>
      <p:sp>
        <p:nvSpPr>
          <p:cNvPr id="4" name="Text 0"/>
          <p:cNvSpPr/>
          <p:nvPr/>
        </p:nvSpPr>
        <p:spPr>
          <a:xfrm>
            <a:off x="548640" y="46177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Nourix Academy · تمارين PowerPoint: الحلول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C43E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r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Section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880360"/>
            <a:ext cx="804672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en-US" sz="1800" dirty="0">
                <a:solidFill>
                  <a:schemeClr val="bg1"/>
                </a:solidFill>
              </a:defRPr>
            </a:lvl1pPr>
          </a:lstStyle>
          <a:p>
            <a:pPr algn="r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U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r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Titre</a:t>
            </a: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32004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</a:rPr>
              <a:t>Nourix Academy · تمارين PowerPoint: الحلول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rtl="1" algn="r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تمارين PowerPoint: الحلول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8892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000" dirty="0">
                <a:solidFill>
                  <a:schemeClr val="accent2"/>
                </a:solidFill>
              </a:rPr>
              <a:t>تمرين لكل فصل تطبيقي من الفصول 3 إلى 11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rtl="1" algn="r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تمرين الفصل 3: من فقرة إلى نقاط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82296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حدّد هدفك أولاً</a:t>
            </a:r>
            <a:endParaRPr lang="en-US" sz="2400" dirty="0"/>
          </a:p>
          <a:p>
            <a:pPr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فكرة واحدة في كل شريحة</a:t>
            </a:r>
            <a:endParaRPr lang="en-US" sz="2400" dirty="0"/>
          </a:p>
          <a:p>
            <a:pPr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صور واضحة</a:t>
            </a:r>
            <a:endParaRPr lang="en-US" sz="2400" dirty="0"/>
          </a:p>
          <a:p>
            <a:pPr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تدرّب قبل يوم التقديم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0690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i="1" dirty="0">
                <a:solidFill>
                  <a:srgbClr val="595959"/>
                </a:solidFill>
              </a:rPr>
              <a:t>المطلوب: حوّل الفقرة إلى 4 نقاط قصيرة بحجم 24 على الأقل (Accueil ثم Puces).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rtl="1" algn="r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تمرين الفصل 5: محاذاة الأشكال وتجميعها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463040"/>
            <a:ext cx="1371600" cy="13716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1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2834640" y="1463040"/>
            <a:ext cx="1371600" cy="137160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2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937760" y="1463040"/>
            <a:ext cx="1371600" cy="137160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3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7040880" y="1463040"/>
            <a:ext cx="1371600" cy="137160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4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0690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i="1" dirty="0">
                <a:solidFill>
                  <a:srgbClr val="595959"/>
                </a:solidFill>
              </a:rPr>
              <a:t>المطلوب: حدّد الدوائر الأربع، ثم Format de la forme ثم Aligner ثم Aligner en haut، ثم Distribuer horizontalement، ثم Grouper.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rtl="1" algn="r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تمرين الفصل 6: من قائمة إلى مخطط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766560" y="1737360"/>
            <a:ext cx="1828800" cy="1097280"/>
          </a:xfrm>
          <a:prstGeom prst="roundRect">
            <a:avLst>
              <a:gd name="adj" fmla="val 8333"/>
            </a:avLst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التخطيط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4663440" y="1737360"/>
            <a:ext cx="1828800" cy="1097280"/>
          </a:xfrm>
          <a:prstGeom prst="roundRect">
            <a:avLst>
              <a:gd name="adj" fmla="val 8333"/>
            </a:avLst>
          </a:prstGeom>
          <a:solidFill>
            <a:schemeClr val="accent2"/>
          </a:solidFill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التصميم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2560320" y="1737360"/>
            <a:ext cx="1828800" cy="1097280"/>
          </a:xfrm>
          <a:prstGeom prst="roundRect">
            <a:avLst>
              <a:gd name="adj" fmla="val 8333"/>
            </a:avLst>
          </a:prstGeom>
          <a:solidFill>
            <a:schemeClr val="accent3"/>
          </a:solidFill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التدريب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737360"/>
            <a:ext cx="1828800" cy="1097280"/>
          </a:xfrm>
          <a:prstGeom prst="roundRect">
            <a:avLst>
              <a:gd name="adj" fmla="val 8333"/>
            </a:avLst>
          </a:prstGeom>
          <a:solidFill>
            <a:schemeClr val="accent4"/>
          </a:solidFill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العرض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0690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i="1" dirty="0">
                <a:solidFill>
                  <a:srgbClr val="595959"/>
                </a:solidFill>
              </a:rPr>
              <a:t>الحل: حدّد النص ثم Accueil ثم Convertir en graphique SmartArt ثم Processus de base. النتيجة تشبه هذه المربعات الأربعة بالترتيب من اليمين.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rtl="1" algn="r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تمرين الفصل 7: من جدول إلى رسم بياني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97280"/>
          <a:ext cx="82296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0690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i="1" dirty="0">
                <a:solidFill>
                  <a:srgbClr val="595959"/>
                </a:solidFill>
              </a:rPr>
              <a:t>المطلوب: Insertion ثم Graphique ثم Histogramme groupé، وانسخ الأرقام في نافذة Excel، ثم أضف Étiquettes de données. أعلى عمود: الثلاثي 4 (190).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rtl="1" algn="r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المبيعات ارتفعت 25 % هذا العام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0" y="105156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+25 %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8016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نمو المبيعات مقارنة بالسنة الماضية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035040" y="2240280"/>
            <a:ext cx="265176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092440" y="23774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172200" y="28346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رضا أعلى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172200" y="329184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لدى الزبائن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246120" y="2240280"/>
            <a:ext cx="265176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303520" y="23774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383280" y="28346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فرعان جديدان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3383280" y="329184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في مدينتين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57200" y="2240280"/>
            <a:ext cx="265176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514600" y="23774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94360" y="28346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فريق أكبر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594360" y="329184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في المبيعات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40690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i="1" dirty="0">
                <a:solidFill>
                  <a:srgbClr val="595959"/>
                </a:solidFill>
              </a:rPr>
              <a:t>الحل: عنوان يقول الرسالة، ورقم كبير، وثلاث بطاقات محاذية بلونين من السمة، ولا نص أصغر من 18.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rtl="1" algn="r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تمرين الفصلين 10 و11: الانتقال والحركة</a:t>
            </a:r>
            <a:endParaRPr lang="en-US" sz="3000" dirty="0"/>
          </a:p>
        </p:txBody>
      </p:sp>
      <p:sp>
        <p:nvSpPr>
          <p:cNvPr id="3" name="carte"/>
          <p:cNvSpPr/>
          <p:nvPr/>
        </p:nvSpPr>
        <p:spPr>
          <a:xfrm>
            <a:off x="6035040" y="1188720"/>
            <a:ext cx="2651760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001000" y="13716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217920" y="19659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أولاً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217920" y="237744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Apparaître · Au clic</a:t>
            </a:r>
            <a:endParaRPr lang="en-US" sz="1400" dirty="0"/>
          </a:p>
        </p:txBody>
      </p:sp>
      <p:sp>
        <p:nvSpPr>
          <p:cNvPr id="7" name="carte"/>
          <p:cNvSpPr/>
          <p:nvPr/>
        </p:nvSpPr>
        <p:spPr>
          <a:xfrm>
            <a:off x="3246120" y="1188720"/>
            <a:ext cx="2651760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212080" y="13716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3429000" y="19659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ثانياً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429000" y="237744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Apparaître · Après la précédente · 0,5 s</a:t>
            </a:r>
            <a:endParaRPr lang="en-US" sz="1400" dirty="0"/>
          </a:p>
        </p:txBody>
      </p:sp>
      <p:sp>
        <p:nvSpPr>
          <p:cNvPr id="11" name="carte"/>
          <p:cNvSpPr/>
          <p:nvPr/>
        </p:nvSpPr>
        <p:spPr>
          <a:xfrm>
            <a:off x="457200" y="1188720"/>
            <a:ext cx="2651760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423160" y="13716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19659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ثالثاً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237744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Apparaître · Après la précédente · 0,5 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0690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i="1" dirty="0">
                <a:solidFill>
                  <a:srgbClr val="595959"/>
                </a:solidFill>
              </a:rPr>
              <a:t>الحل: انتقال Fondu للشريحة، ثم Apparaître لكل بطاقة: الأولى Au clic، والباقي Après la précédente بتأخير 0,5 ثانية (التفاصيل في الملاحظات).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ourix Exercices">
  <a:themeElements>
    <a:clrScheme name="Nourix Exercices">
      <a:dk1>
        <a:srgbClr val="1F1F1F"/>
      </a:dk1>
      <a:lt1>
        <a:srgbClr val="FFFFFF"/>
      </a:lt1>
      <a:dk2>
        <a:srgbClr val="5A1A0A"/>
      </a:dk2>
      <a:lt2>
        <a:srgbClr val="FBEFEA"/>
      </a:lt2>
      <a:accent1>
        <a:srgbClr val="C43E1C"/>
      </a:accent1>
      <a:accent2>
        <a:srgbClr val="D4A84B"/>
      </a:accent2>
      <a:accent3>
        <a:srgbClr val="2B579A"/>
      </a:accent3>
      <a:accent4>
        <a:srgbClr val="217346"/>
      </a:accent4>
      <a:accent5>
        <a:srgbClr val="7F7F7F"/>
      </a:accent5>
      <a:accent6>
        <a:srgbClr val="ED7D31"/>
      </a:accent6>
      <a:hlink>
        <a:srgbClr val="C43E1C"/>
      </a:hlink>
      <a:folHlink>
        <a:srgbClr val="D4A84B"/>
      </a:folHlink>
    </a:clrScheme>
    <a:fontScheme name="Nourix Exercice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Nourix Academy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Exercices-CORRIGE</dc:title>
  <dc:subject>PptxGenJS Presentation</dc:subject>
  <dc:creator>Nourix Academy</dc:creator>
  <cp:lastModifiedBy>Nourix Academy</cp:lastModifiedBy>
  <cp:revision>1</cp:revision>
  <dcterms:created xsi:type="dcterms:W3CDTF">2026-10-10T15:40:20Z</dcterms:created>
  <dcterms:modified xsi:type="dcterms:W3CDTF">2026-10-10T15:40:20Z</dcterms:modified>
</cp:coreProperties>
</file>