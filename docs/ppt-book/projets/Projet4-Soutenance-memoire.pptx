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تقديم" id="{70ea5777-4429-355d-2c16-01eaa534600f}">
          <p14:sldIdLst>
            <p14:sldId id="256"/>
            <p14:sldId id="257"/>
          </p14:sldIdLst>
        </p14:section>
        <p14:section name="الإطار" id="{3e670895-007c-ae97-f858-f66f675c9f29}">
          <p14:sldIdLst>
            <p14:sldId id="258"/>
            <p14:sldId id="259"/>
            <p14:sldId id="260"/>
          </p14:sldIdLst>
        </p14:section>
        <p14:section name="النتائج" id="{c622cfd7-abeb-d099-9a94-74a4ed7d26e6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المعدل /20</c:v>
                </c:pt>
              </c:strCache>
            </c:strRef>
          </c:tx>
          <c:spPr>
            <a:solidFill>
              <a:srgbClr val="2B4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لا يستعمل</c:v>
                  </c:pt>
                  <c:pt idx="1">
                    <c:v>شهرياً</c:v>
                  </c:pt>
                  <c:pt idx="2">
                    <c:v>أسبوعياً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10.2</c:v>
                </c:pt>
                <c:pt idx="1">
                  <c:v>11.6</c:v>
                </c:pt>
                <c:pt idx="2">
                  <c:v>13.1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المشروع 4: قالب عرض مذكرة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المشروع 4: قالب عرض مذكرة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أثر التعلم الرقمي على تحصيل الطلبة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مذكرة تخرج لنيل شهادة الليسانس · إعداد: سامي مثال · إشراف: أ. مثال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خطة العرض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995160" y="1463040"/>
            <a:ext cx="1508760" cy="2103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1812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178040" y="22402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الإشكالية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5349240" y="1463040"/>
            <a:ext cx="1508760" cy="2103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22402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الفرضيات</a:t>
            </a:r>
            <a:endParaRPr lang="en-US" sz="1600" dirty="0"/>
          </a:p>
        </p:txBody>
      </p:sp>
      <p:sp>
        <p:nvSpPr>
          <p:cNvPr id="9" name="carte"/>
          <p:cNvSpPr/>
          <p:nvPr/>
        </p:nvSpPr>
        <p:spPr>
          <a:xfrm>
            <a:off x="3703320" y="1463040"/>
            <a:ext cx="1508760" cy="2103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22402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المنهجية</a:t>
            </a:r>
            <a:endParaRPr lang="en-US" sz="1600" dirty="0"/>
          </a:p>
        </p:txBody>
      </p:sp>
      <p:sp>
        <p:nvSpPr>
          <p:cNvPr id="12" name="carte"/>
          <p:cNvSpPr/>
          <p:nvPr/>
        </p:nvSpPr>
        <p:spPr>
          <a:xfrm>
            <a:off x="2057400" y="1463040"/>
            <a:ext cx="1508760" cy="2103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036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2402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النتائج</a:t>
            </a:r>
            <a:endParaRPr lang="en-US" sz="1600" dirty="0"/>
          </a:p>
        </p:txBody>
      </p:sp>
      <p:sp>
        <p:nvSpPr>
          <p:cNvPr id="15" name="carte"/>
          <p:cNvSpPr/>
          <p:nvPr/>
        </p:nvSpPr>
        <p:spPr>
          <a:xfrm>
            <a:off x="411480" y="1463040"/>
            <a:ext cx="1508760" cy="21031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402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الخاتمة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الإشكالية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إلى أي مدى يؤثر استعمال منصات التعلم الرقمي على نتائج طلبة السنة الأولى؟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الفرضيات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4617720" y="1280160"/>
            <a:ext cx="40690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20574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الفرضية 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24688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يتحسن معدل الطلبة الذين يستعملون المنصة أسبوعياً.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457200" y="1280160"/>
            <a:ext cx="40690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0" y="14630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الفرضية 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6888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التمارين التفاعلية أكثر أثراً من الفيديو وحده.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المنهجية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استبيان (120 طالباً)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55080" y="2240280"/>
            <a:ext cx="274320" cy="27432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مقارنة النتائج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2240280"/>
            <a:ext cx="274320" cy="27432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تحليل إحصائي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40280" y="2240280"/>
            <a:ext cx="274320" cy="27432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82880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استنتاجات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النتائج: المعدل حسب الاستعمال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35040" y="1280160"/>
            <a:ext cx="2651760" cy="14630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905" tIns="1905" rIns="1905" bIns="190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بيانات مثال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ضع هنا نتائج بحثك الحقيقية، واذكر حجم العينة.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الخاتمة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الفرضية الأولى تأكدت، والثانية تأكدت جزئياً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شكراً لحسن الإصغاء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أنتظر ملاحظات أعضاء اللجنة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Memoire">
  <a:themeElements>
    <a:clrScheme name="Nourix Memoire">
      <a:dk1>
        <a:srgbClr val="1F1F1F"/>
      </a:dk1>
      <a:lt1>
        <a:srgbClr val="FFFFFF"/>
      </a:lt1>
      <a:dk2>
        <a:srgbClr val="14213D"/>
      </a:dk2>
      <a:lt2>
        <a:srgbClr val="EEF1F7"/>
      </a:lt2>
      <a:accent1>
        <a:srgbClr val="2B4C8C"/>
      </a:accent1>
      <a:accent2>
        <a:srgbClr val="D4A84B"/>
      </a:accent2>
      <a:accent3>
        <a:srgbClr val="5C7AA8"/>
      </a:accent3>
      <a:accent4>
        <a:srgbClr val="8C2B3B"/>
      </a:accent4>
      <a:accent5>
        <a:srgbClr val="6B8F71"/>
      </a:accent5>
      <a:accent6>
        <a:srgbClr val="A0A0A0"/>
      </a:accent6>
      <a:hlink>
        <a:srgbClr val="2B4C8C"/>
      </a:hlink>
      <a:folHlink>
        <a:srgbClr val="D4A84B"/>
      </a:folHlink>
    </a:clrScheme>
    <a:fontScheme name="Nourix Memoir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Projet4-Soutenance-memoire</dc:title>
  <dc:subject>PptxGenJS Presentation</dc:subject>
  <dc:creator>Nourix Academy</dc:creator>
  <cp:lastModifiedBy>Nourix Academy</cp:lastModifiedBy>
  <cp:revision>1</cp:revision>
  <dcterms:created xsi:type="dcterms:W3CDTF">2026-10-10T15:40:20Z</dcterms:created>
  <dcterms:modified xsi:type="dcterms:W3CDTF">2026-10-10T15:40:20Z</dcterms:modified>
</cp:coreProperties>
</file>