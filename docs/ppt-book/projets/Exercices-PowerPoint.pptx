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التمارين" id="{7b314422-30be-e526-bf74-8054a37d286b}">
          <p14:sldIdLst>
            <p14:sldId id="256"/>
            <p14:sldId id="257"/>
            <p14:sldId id="258"/>
            <p14:sldId id="259"/>
            <p14:sldId id="260"/>
            <p14:sldId id="26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">
    <p:bg>
      <p:bgPr>
        <a:solidFill>
          <a:srgbClr val="5A1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17320"/>
            <a:ext cx="804672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rtl="1" algn="r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r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Titre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788920"/>
            <a:ext cx="804672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rtl="1" algn="r" indent="0" marL="0">
              <a:buNone/>
              <a:defRPr lang="en-US" sz="2000" dirty="0">
                <a:solidFill>
                  <a:schemeClr val="accent2"/>
                </a:solidFill>
              </a:defRPr>
            </a:lvl1pPr>
          </a:lstStyle>
          <a:p>
            <a:pPr algn="r" indent="0" marL="0">
              <a:buNone/>
            </a:pPr>
            <a:r>
              <a:rPr lang="en-US" sz="2000" dirty="0">
                <a:solidFill>
                  <a:schemeClr val="accent2"/>
                </a:solidFill>
              </a:rPr>
              <a:t>Sous-titre</a:t>
            </a:r>
            <a:endParaRPr lang="en-US" sz="2000" dirty="0"/>
          </a:p>
        </p:txBody>
      </p:sp>
      <p:sp>
        <p:nvSpPr>
          <p:cNvPr id="4" name="Text 0"/>
          <p:cNvSpPr/>
          <p:nvPr/>
        </p:nvSpPr>
        <p:spPr>
          <a:xfrm>
            <a:off x="548640" y="461772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Nourix Academy · تمارين PowerPoint</a:t>
            </a:r>
            <a:endParaRPr lang="en-US" sz="1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C43E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rtl="1" algn="r"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algn="r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Section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880360"/>
            <a:ext cx="804672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rtl="1" algn="r" indent="0" marL="0">
              <a:buNone/>
              <a:defRPr lang="en-US" sz="1800" dirty="0">
                <a:solidFill>
                  <a:schemeClr val="bg1"/>
                </a:solidFill>
              </a:defRPr>
            </a:lvl1pPr>
          </a:lstStyle>
          <a:p>
            <a:pPr algn="r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U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rtl="1" algn="r" indent="0" marL="0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algn="r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Titre</a:t>
            </a: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320040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7F7F"/>
                </a:solidFill>
              </a:rPr>
              <a:t>Nourix Academy · تمارين PowerPoint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17320"/>
            <a:ext cx="8046720" cy="12801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rtl="1" algn="r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تمارين PowerPoint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78892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2000" dirty="0">
                <a:solidFill>
                  <a:schemeClr val="accent2"/>
                </a:solidFill>
              </a:rPr>
              <a:t>تمرين لكل فصل من الفصول 3 إلى 10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rtl="1" algn="r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تمرين الفصل 3: من فقرة إلى نقاط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لكي يكون العرض ناجحاً يجب أن تحدد هدفك أولاً ثم أن تكتب فكرة واحدة في كل شريحة وأن تستعمل صوراً واضحة وأن تتدرب على العرض قبل يوم التقديم.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0690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i="1" dirty="0">
                <a:solidFill>
                  <a:srgbClr val="595959"/>
                </a:solidFill>
              </a:rPr>
              <a:t>المطلوب: حوّل الفقرة إلى 4 نقاط قصيرة بحجم 24 على الأقل (Accueil ثم Puces).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rtl="1" algn="r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تمرين الفصل 5: محاذاة الأشكال وتجميعها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88720"/>
            <a:ext cx="1371600" cy="13716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1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3017520" y="2103120"/>
            <a:ext cx="1371600" cy="137160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2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4663440" y="1371600"/>
            <a:ext cx="1371600" cy="137160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3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7223760" y="2377440"/>
            <a:ext cx="1371600" cy="1371600"/>
          </a:xfrm>
          <a:prstGeom prst="ellipse">
            <a:avLst/>
          </a:prstGeom>
          <a:solidFill>
            <a:schemeClr val="accent4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4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40690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i="1" dirty="0">
                <a:solidFill>
                  <a:srgbClr val="595959"/>
                </a:solidFill>
              </a:rPr>
              <a:t>المطلوب: حدّد الدوائر الأربع، ثم Format de la forme ثم Aligner ثم Aligner en haut، ثم Distribuer horizontalement، ثم Grouper.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rtl="1" algn="r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تمرين الفصل 6: من قائمة إلى مخطط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marL="342900" indent="-342900">
              <a:buSzPct val="100000"/>
              <a:buFont typeface="+mj-lt"/>
              <a:buAutoNum type="arabicPeriod" startAt="1"/>
            </a:pPr>
            <a:r>
              <a:rPr lang="en-US" sz="2000" dirty="0">
                <a:solidFill>
                  <a:schemeClr val="tx1"/>
                </a:solidFill>
              </a:rPr>
              <a:t>التخطيط</a:t>
            </a:r>
            <a:endParaRPr lang="en-US" sz="2000" dirty="0"/>
          </a:p>
          <a:p>
            <a:pPr algn="r" marL="342900" indent="-342900">
              <a:buSzPct val="100000"/>
              <a:buFont typeface="+mj-lt"/>
              <a:buAutoNum type="arabicPeriod" startAt="1"/>
            </a:pPr>
            <a:r>
              <a:rPr lang="en-US" sz="2000" dirty="0">
                <a:solidFill>
                  <a:schemeClr val="tx1"/>
                </a:solidFill>
              </a:rPr>
              <a:t>التصميم</a:t>
            </a:r>
            <a:endParaRPr lang="en-US" sz="2000" dirty="0"/>
          </a:p>
          <a:p>
            <a:pPr algn="r" marL="342900" indent="-342900">
              <a:buSzPct val="100000"/>
              <a:buFont typeface="+mj-lt"/>
              <a:buAutoNum type="arabicPeriod" startAt="1"/>
            </a:pPr>
            <a:r>
              <a:rPr lang="en-US" sz="2000" dirty="0">
                <a:solidFill>
                  <a:schemeClr val="tx1"/>
                </a:solidFill>
              </a:rPr>
              <a:t>التدريب</a:t>
            </a:r>
            <a:endParaRPr lang="en-US" sz="2000" dirty="0"/>
          </a:p>
          <a:p>
            <a:pPr algn="r" marL="342900" indent="-342900">
              <a:buSzPct val="100000"/>
              <a:buFont typeface="+mj-lt"/>
              <a:buAutoNum type="arabicPeriod" startAt="1"/>
            </a:pPr>
            <a:r>
              <a:rPr lang="en-US" sz="2000" dirty="0">
                <a:solidFill>
                  <a:schemeClr val="tx1"/>
                </a:solidFill>
              </a:rPr>
              <a:t>العرض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0690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i="1" dirty="0">
                <a:solidFill>
                  <a:srgbClr val="595959"/>
                </a:solidFill>
              </a:rPr>
              <a:t>المطلوب: حدّد القائمة ثم Accueil ثم Convertir en graphique SmartArt ثم اختر مخططاً من فئة Processus.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rtl="1" algn="r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تمرين الفصل 7: من جدول إلى رسم بياني</a:t>
            </a:r>
            <a:endParaRPr lang="en-US" sz="3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0" y="1188720"/>
          <a:ext cx="4114800" cy="914400"/>
        </p:xfrm>
        <a:graphic>
          <a:graphicData uri="http://schemas.openxmlformats.org/drawingml/2006/table">
            <a:tbl>
              <a:tblPr/>
              <a:tblGrid>
                <a:gridCol w="2057400"/>
                <a:gridCol w="205740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المبيعات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1A0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الثلاثي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1A0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الثلاثي 1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الثلاثي 2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135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الثلاثي 3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الثلاثي 4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40690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i="1" dirty="0">
                <a:solidFill>
                  <a:srgbClr val="595959"/>
                </a:solidFill>
              </a:rPr>
              <a:t>المطلوب: Insertion ثم Graphique ثم Histogramme groupé، وانسخ الأرقام في نافذة Excel، ثم أضف Étiquettes de données. أعلى عمود: الثلاثي 4 (190).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rtl="1" algn="r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تمرين الفصلين 9 و10: الانتقال والحركة</a:t>
            </a:r>
            <a:endParaRPr lang="en-US" sz="3000" dirty="0"/>
          </a:p>
        </p:txBody>
      </p:sp>
      <p:sp>
        <p:nvSpPr>
          <p:cNvPr id="3" name="carte"/>
          <p:cNvSpPr/>
          <p:nvPr/>
        </p:nvSpPr>
        <p:spPr>
          <a:xfrm>
            <a:off x="6035040" y="1188720"/>
            <a:ext cx="2651760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001000" y="137160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217920" y="196596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أولاً</a:t>
            </a:r>
            <a:endParaRPr lang="en-US" sz="1600" dirty="0"/>
          </a:p>
        </p:txBody>
      </p:sp>
      <p:sp>
        <p:nvSpPr>
          <p:cNvPr id="6" name="carte"/>
          <p:cNvSpPr/>
          <p:nvPr/>
        </p:nvSpPr>
        <p:spPr>
          <a:xfrm>
            <a:off x="3246120" y="1188720"/>
            <a:ext cx="2651760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212080" y="137160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3429000" y="196596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ثانياً</a:t>
            </a:r>
            <a:endParaRPr lang="en-US" sz="1600" dirty="0"/>
          </a:p>
        </p:txBody>
      </p:sp>
      <p:sp>
        <p:nvSpPr>
          <p:cNvPr id="9" name="carte"/>
          <p:cNvSpPr/>
          <p:nvPr/>
        </p:nvSpPr>
        <p:spPr>
          <a:xfrm>
            <a:off x="457200" y="1188720"/>
            <a:ext cx="2651760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423160" y="137160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196596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ثالثاً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40690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i="1" dirty="0">
                <a:solidFill>
                  <a:srgbClr val="595959"/>
                </a:solidFill>
              </a:rPr>
              <a:t>المطلوب: أضف انتقالاً للشريحة، ثم اجعل البطاقات تظهر واحدة بعد الأخرى بالترتيب 1 ثم 2 ثم 3 (Volet Animation).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ourix Exercices">
  <a:themeElements>
    <a:clrScheme name="Nourix Exercices">
      <a:dk1>
        <a:srgbClr val="1F1F1F"/>
      </a:dk1>
      <a:lt1>
        <a:srgbClr val="FFFFFF"/>
      </a:lt1>
      <a:dk2>
        <a:srgbClr val="5A1A0A"/>
      </a:dk2>
      <a:lt2>
        <a:srgbClr val="FBEFEA"/>
      </a:lt2>
      <a:accent1>
        <a:srgbClr val="C43E1C"/>
      </a:accent1>
      <a:accent2>
        <a:srgbClr val="D4A84B"/>
      </a:accent2>
      <a:accent3>
        <a:srgbClr val="2B579A"/>
      </a:accent3>
      <a:accent4>
        <a:srgbClr val="217346"/>
      </a:accent4>
      <a:accent5>
        <a:srgbClr val="7F7F7F"/>
      </a:accent5>
      <a:accent6>
        <a:srgbClr val="ED7D31"/>
      </a:accent6>
      <a:hlink>
        <a:srgbClr val="C43E1C"/>
      </a:hlink>
      <a:folHlink>
        <a:srgbClr val="D4A84B"/>
      </a:folHlink>
    </a:clrScheme>
    <a:fontScheme name="Nourix Exercice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Nourix Academy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Exercices-PowerPoint</dc:title>
  <dc:subject>PptxGenJS Presentation</dc:subject>
  <dc:creator>Nourix Academy</dc:creator>
  <cp:lastModifiedBy>Nourix Academy</cp:lastModifiedBy>
  <cp:revision>1</cp:revision>
  <dcterms:created xsi:type="dcterms:W3CDTF">2026-10-05T17:52:00Z</dcterms:created>
  <dcterms:modified xsi:type="dcterms:W3CDTF">2026-10-05T17:52:00Z</dcterms:modified>
</cp:coreProperties>
</file>