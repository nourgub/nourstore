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db7307e9-70b5-6fec-ac63-d5026de6c0a0}">
          <p14:sldIdLst>
            <p14:sldId id="256"/>
            <p14:sldId id="257"/>
          </p14:sldIdLst>
        </p14:section>
        <p14:section name="الماء على الأرض" id="{92da5b78-6ed8-d7d7-3f3e-07bf5443897e}">
          <p14:sldIdLst>
            <p14:sldId id="258"/>
            <p14:sldId id="259"/>
          </p14:sldIdLst>
        </p14:section>
        <p14:section name="الحلول" id="{f226dba9-ef7a-36a0-b3f3-7eb8713105de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الاستهلاك (%)</c:v>
                </c:pt>
              </c:strCache>
            </c:strRef>
          </c:tx>
          <c:spPr>
            <a:solidFill>
              <a:srgbClr val="1B7F9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الاستحمام</c:v>
                  </c:pt>
                  <c:pt idx="1">
                    <c:v>المرحاض</c:v>
                  </c:pt>
                  <c:pt idx="2">
                    <c:v>الغسيل</c:v>
                  </c:pt>
                  <c:pt idx="3">
                    <c:v>المطبخ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بالحضور، وقدّم نفسك والموضوع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الأجزاء الأربعة بسرعة: هذا يساعد الجمهور على المتابعة.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المشروع 1: عرض مدرسي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7F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المشروع 1: عرض مدرسي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الماء ثروة يجب أن نحافظ عليها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عرض مدرسي · إعداد: سامي مثال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خطة العرض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46520" y="137160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2940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لماذا الماء ثمين؟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4434840" y="137160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أين يذهب الماء في البيت؟</a:t>
            </a:r>
            <a:endParaRPr lang="en-US" sz="1600" dirty="0"/>
          </a:p>
        </p:txBody>
      </p:sp>
      <p:sp>
        <p:nvSpPr>
          <p:cNvPr id="9" name="carte"/>
          <p:cNvSpPr/>
          <p:nvPr/>
        </p:nvSpPr>
        <p:spPr>
          <a:xfrm>
            <a:off x="2423160" y="137160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كيف نقتصد فيه؟</a:t>
            </a:r>
            <a:endParaRPr lang="en-US" sz="1600" dirty="0"/>
          </a:p>
        </p:txBody>
      </p:sp>
      <p:sp>
        <p:nvSpPr>
          <p:cNvPr id="12" name="carte"/>
          <p:cNvSpPr/>
          <p:nvPr/>
        </p:nvSpPr>
        <p:spPr>
          <a:xfrm>
            <a:off x="411480" y="137160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خلاصة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لماذا الماء ثمين؟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84632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حوالي 97 %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من ماء الأرض مالح، في البحار والمحيطات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أقل من 1 %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ماء عذب يسهل الوصول إليه للشرب والزراعة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7F7F7F"/>
                </a:solidFill>
              </a:rPr>
              <a:t>المصدر: أرقام تقريبية شائعة في كتب العلوم. تحقّق منها في كتابك المدرسي قبل العرض.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أين يذهب الماء في البيت؟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2834640" cy="1463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مثال توضيحي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استبدل هذه الأرقام بأرقام من مصدر موثوق أو من فاتورة الماء في بيتك.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كيف نقتصد في الماء؟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617720" y="1188720"/>
            <a:ext cx="4069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9659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أغلق الحنفية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23774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أثناء تنظيف الأسنان والصابون.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457200" y="1188720"/>
            <a:ext cx="4069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659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استحمام أقصر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774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دقائق أقل تعني لترات أقل.</a:t>
            </a:r>
            <a:endParaRPr lang="en-US" sz="1400" dirty="0"/>
          </a:p>
        </p:txBody>
      </p:sp>
      <p:sp>
        <p:nvSpPr>
          <p:cNvPr id="11" name="carte"/>
          <p:cNvSpPr/>
          <p:nvPr/>
        </p:nvSpPr>
        <p:spPr>
          <a:xfrm>
            <a:off x="4617720" y="2880360"/>
            <a:ext cx="4069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6576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أصلح التسربات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4069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حنفية تقطر تضيّع الكثير يومياً.</a:t>
            </a:r>
            <a:endParaRPr lang="en-US" sz="1400" dirty="0"/>
          </a:p>
        </p:txBody>
      </p:sp>
      <p:sp>
        <p:nvSpPr>
          <p:cNvPr id="15" name="carte"/>
          <p:cNvSpPr/>
          <p:nvPr/>
        </p:nvSpPr>
        <p:spPr>
          <a:xfrm>
            <a:off x="457200" y="2880360"/>
            <a:ext cx="4069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30632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أعد الاستعمال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69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ماء غسل الخضر يصلح لسقي النباتات.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خلاصة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كل قطرة نوفرها اليوم هي ماء للغد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شكراً لانتباهكم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هل لديكم أسئلة؟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Eau">
  <a:themeElements>
    <a:clrScheme name="Nourix Eau">
      <a:dk1>
        <a:srgbClr val="1F1F1F"/>
      </a:dk1>
      <a:lt1>
        <a:srgbClr val="FFFFFF"/>
      </a:lt1>
      <a:dk2>
        <a:srgbClr val="0B3C5D"/>
      </a:dk2>
      <a:lt2>
        <a:srgbClr val="E8F4F8"/>
      </a:lt2>
      <a:accent1>
        <a:srgbClr val="1B7F9E"/>
      </a:accent1>
      <a:accent2>
        <a:srgbClr val="7FD1E8"/>
      </a:accent2>
      <a:accent3>
        <a:srgbClr val="F2A541"/>
      </a:accent3>
      <a:accent4>
        <a:srgbClr val="2E5E4E"/>
      </a:accent4>
      <a:accent5>
        <a:srgbClr val="9BC53D"/>
      </a:accent5>
      <a:accent6>
        <a:srgbClr val="C3423F"/>
      </a:accent6>
      <a:hlink>
        <a:srgbClr val="1B7F9E"/>
      </a:hlink>
      <a:folHlink>
        <a:srgbClr val="7FD1E8"/>
      </a:folHlink>
    </a:clrScheme>
    <a:fontScheme name="Nourix Eau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Projet1-Expose-scolaire</dc:title>
  <dc:subject>PptxGenJS Presentation</dc:subject>
  <dc:creator>Nourix Academy</dc:creator>
  <cp:lastModifiedBy>Nourix Academy</cp:lastModifiedBy>
  <cp:revision>1</cp:revision>
  <dcterms:created xsi:type="dcterms:W3CDTF">2026-10-05T17:51:59Z</dcterms:created>
  <dcterms:modified xsi:type="dcterms:W3CDTF">2026-10-05T17:51:59Z</dcterms:modified>
</cp:coreProperties>
</file>