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البداية" id="{d58e544b-e5b7-b2ba-9faf-5b14b83c3a75}">
          <p14:sldIdLst>
            <p14:sldId id="256"/>
            <p14:sldId id="257"/>
          </p14:sldIdLst>
        </p14:section>
        <p14:section name="الأسئلة" id="{a6c8a049-b1dc-eb68-a609-f32cbb51ab30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">
    <p:bg>
      <p:bgPr>
        <a:solidFill>
          <a:srgbClr val="0E3B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Titre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Sous-titre</a:t>
            </a:r>
            <a:endParaRPr lang="en-US" sz="2000" dirty="0"/>
          </a:p>
        </p:txBody>
      </p:sp>
      <p:sp>
        <p:nvSpPr>
          <p:cNvPr id="4" name="Text 0"/>
          <p:cNvSpPr/>
          <p:nvPr/>
        </p:nvSpPr>
        <p:spPr>
          <a:xfrm>
            <a:off x="548640" y="4617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chemeClr val="bg2"/>
                </a:solidFill>
              </a:rPr>
              <a:t>Nourix Academy · المشروع 6: اختبار تفاعلي (اعرضه بـ F5)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2173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Section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r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rtl="1" algn="r" indent="0" marL="0">
              <a:buNone/>
              <a:defRPr lang="en-US" sz="3000" b="1" dirty="0">
                <a:solidFill>
                  <a:schemeClr val="tx2"/>
                </a:solidFill>
              </a:defRPr>
            </a:lvl1pPr>
          </a:lstStyle>
          <a:p>
            <a:pPr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Titre</a:t>
            </a: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32004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F7F7F"/>
                </a:solidFill>
              </a:rPr>
              <a:t>Nourix Academy · المشروع 6: اختبار تفاعلي (اعرضه بـ F5)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5.xml"/><Relationship Id="rId3" Type="http://schemas.openxmlformats.org/officeDocument/2006/relationships/slide" Target="slide7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4.xml"/><Relationship Id="rId3" Type="http://schemas.openxmlformats.org/officeDocument/2006/relationships/slide" Target="slide4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3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6.xml"/><Relationship Id="rId2" Type="http://schemas.openxmlformats.org/officeDocument/2006/relationships/slide" Target="slide9.xml"/><Relationship Id="rId3" Type="http://schemas.openxmlformats.org/officeDocument/2006/relationships/slide" Target="slide6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" Target="slide8.xml"/><Relationship Id="rId2" Type="http://schemas.openxmlformats.org/officeDocument/2006/relationships/slide" Target="slide9.xml"/><Relationship Id="rId3" Type="http://schemas.openxmlformats.org/officeDocument/2006/relationships/slide" Target="slide8.xml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7.xml"/><Relationship Id="rId2" Type="http://schemas.openxmlformats.org/officeDocument/2006/relationships/slide" Target="slide2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rtl="1" algn="r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اختبر معلوماتك في PowerPoint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8892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اعرض الملف بـ F5 ثم انقر على الأزرار</a:t>
            </a:r>
            <a:endParaRPr lang="en-US" sz="2000" dirty="0"/>
          </a:p>
        </p:txBody>
      </p:sp>
      <p:sp>
        <p:nvSpPr>
          <p:cNvPr id="4" name="bouton ابدأ"/>
          <p:cNvSpPr txBox="1"/>
          <p:nvPr/>
        </p:nvSpPr>
        <p:spPr>
          <a:xfrm>
            <a:off x="3429000" y="3749040"/>
            <a:ext cx="228600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ابدأ</a:t>
            </a:r>
            <a:endParaRPr lang="en-US" sz="1800" dirty="0"/>
          </a:p>
        </p:txBody>
      </p:sp>
      <p:sp>
        <p:nvSpPr>
          <p:cNvPr id="5" name="lien ابدأ">
            <a:hlinkClick r:id="rId1" tooltip="ابدأ" action="ppaction://hlinksldjump"/>
          </p:cNvPr>
          <p:cNvSpPr/>
          <p:nvPr/>
        </p:nvSpPr>
        <p:spPr>
          <a:xfrm>
            <a:off x="3429000" y="3749040"/>
            <a:ext cx="22860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اختر سؤالاً</a:t>
            </a:r>
            <a:endParaRPr lang="en-US" sz="3000" dirty="0"/>
          </a:p>
        </p:txBody>
      </p:sp>
      <p:sp>
        <p:nvSpPr>
          <p:cNvPr id="3" name="bouton السؤال 1"/>
          <p:cNvSpPr txBox="1"/>
          <p:nvPr/>
        </p:nvSpPr>
        <p:spPr>
          <a:xfrm>
            <a:off x="6035040" y="164592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السؤال 1</a:t>
            </a:r>
            <a:endParaRPr lang="en-US" sz="1800" dirty="0"/>
          </a:p>
        </p:txBody>
      </p:sp>
      <p:sp>
        <p:nvSpPr>
          <p:cNvPr id="4" name="lien السؤال 1">
            <a:hlinkClick r:id="rId1" tooltip="السؤال 1" action="ppaction://hlinksldjump"/>
          </p:cNvPr>
          <p:cNvSpPr/>
          <p:nvPr/>
        </p:nvSpPr>
        <p:spPr>
          <a:xfrm>
            <a:off x="6035040" y="164592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" name="bouton السؤال 2"/>
          <p:cNvSpPr txBox="1"/>
          <p:nvPr/>
        </p:nvSpPr>
        <p:spPr>
          <a:xfrm>
            <a:off x="3246120" y="164592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السؤال 2</a:t>
            </a:r>
            <a:endParaRPr lang="en-US" sz="1800" dirty="0"/>
          </a:p>
        </p:txBody>
      </p:sp>
      <p:sp>
        <p:nvSpPr>
          <p:cNvPr id="6" name="lien السؤال 2">
            <a:hlinkClick r:id="rId2" tooltip="السؤال 2" action="ppaction://hlinksldjump"/>
          </p:cNvPr>
          <p:cNvSpPr/>
          <p:nvPr/>
        </p:nvSpPr>
        <p:spPr>
          <a:xfrm>
            <a:off x="3246120" y="164592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" name="bouton السؤال 3"/>
          <p:cNvSpPr txBox="1"/>
          <p:nvPr/>
        </p:nvSpPr>
        <p:spPr>
          <a:xfrm>
            <a:off x="457200" y="164592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السؤال 3</a:t>
            </a:r>
            <a:endParaRPr lang="en-US" sz="1800" dirty="0"/>
          </a:p>
        </p:txBody>
      </p:sp>
      <p:sp>
        <p:nvSpPr>
          <p:cNvPr id="8" name="lien السؤال 3">
            <a:hlinkClick r:id="rId3" tooltip="السؤال 3" action="ppaction://hlinksldjump"/>
          </p:cNvPr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3108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كل زر رابط إلى شريحة (Insertion ثم Lien ثم Emplacement dans ce document).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1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أي مفتاح يبدأ العرض من الشريحة الأولى؟</a:t>
            </a:r>
            <a:endParaRPr lang="en-US" sz="2200" dirty="0"/>
          </a:p>
        </p:txBody>
      </p:sp>
      <p:sp>
        <p:nvSpPr>
          <p:cNvPr id="4" name="bouton F5"/>
          <p:cNvSpPr txBox="1"/>
          <p:nvPr/>
        </p:nvSpPr>
        <p:spPr>
          <a:xfrm>
            <a:off x="603504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F5</a:t>
            </a:r>
            <a:endParaRPr lang="en-US" sz="1800" dirty="0"/>
          </a:p>
        </p:txBody>
      </p:sp>
      <p:sp>
        <p:nvSpPr>
          <p:cNvPr id="5" name="lien F5">
            <a:hlinkClick r:id="rId1" tooltip="F5" action="ppaction://hlinksldjump"/>
          </p:cNvPr>
          <p:cNvSpPr/>
          <p:nvPr/>
        </p:nvSpPr>
        <p:spPr>
          <a:xfrm>
            <a:off x="603504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F7"/>
          <p:cNvSpPr txBox="1"/>
          <p:nvPr/>
        </p:nvSpPr>
        <p:spPr>
          <a:xfrm>
            <a:off x="324612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F7</a:t>
            </a:r>
            <a:endParaRPr lang="en-US" sz="1800" dirty="0"/>
          </a:p>
        </p:txBody>
      </p:sp>
      <p:sp>
        <p:nvSpPr>
          <p:cNvPr id="7" name="lien F7">
            <a:hlinkClick r:id="rId2" tooltip="F7" action="ppaction://hlinksldjump"/>
          </p:cNvPr>
          <p:cNvSpPr/>
          <p:nvPr/>
        </p:nvSpPr>
        <p:spPr>
          <a:xfrm>
            <a:off x="324612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bouton Ctrl+P"/>
          <p:cNvSpPr txBox="1"/>
          <p:nvPr/>
        </p:nvSpPr>
        <p:spPr>
          <a:xfrm>
            <a:off x="45720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Ctrl+P</a:t>
            </a:r>
            <a:endParaRPr lang="en-US" sz="1800" dirty="0"/>
          </a:p>
        </p:txBody>
      </p:sp>
      <p:sp>
        <p:nvSpPr>
          <p:cNvPr id="9" name="lien Ctrl+P">
            <a:hlinkClick r:id="rId3" tooltip="Ctrl+P" action="ppaction://hlinksldjump"/>
          </p:cNvPr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ليس هذا الجواب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✗</a:t>
            </a:r>
            <a:endParaRPr lang="en-US" sz="4800" dirty="0"/>
          </a:p>
        </p:txBody>
      </p:sp>
      <p:sp>
        <p:nvSpPr>
          <p:cNvPr id="4" name="bouton حاول مرة أخرى"/>
          <p:cNvSpPr txBox="1"/>
          <p:nvPr/>
        </p:nvSpPr>
        <p:spPr>
          <a:xfrm>
            <a:off x="475488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حاول مرة أخرى</a:t>
            </a:r>
            <a:endParaRPr lang="en-US" sz="1800" dirty="0"/>
          </a:p>
        </p:txBody>
      </p:sp>
      <p:sp>
        <p:nvSpPr>
          <p:cNvPr id="5" name="lien حاول مرة أخرى">
            <a:hlinkClick r:id="rId1" tooltip="حاول مرة أخرى" action="ppaction://hlinksldjump"/>
          </p:cNvPr>
          <p:cNvSpPr/>
          <p:nvPr/>
        </p:nvSpPr>
        <p:spPr>
          <a:xfrm>
            <a:off x="475488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القائمة"/>
          <p:cNvSpPr txBox="1"/>
          <p:nvPr/>
        </p:nvSpPr>
        <p:spPr>
          <a:xfrm>
            <a:off x="164592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القائمة</a:t>
            </a:r>
            <a:endParaRPr lang="en-US" sz="1800" dirty="0"/>
          </a:p>
        </p:txBody>
      </p:sp>
      <p:sp>
        <p:nvSpPr>
          <p:cNvPr id="7" name="lien القائمة">
            <a:hlinkClick r:id="rId2" tooltip="القائمة" action="ppaction://hlinksldjump"/>
          </p:cNvPr>
          <p:cNvSpPr/>
          <p:nvPr/>
        </p:nvSpPr>
        <p:spPr>
          <a:xfrm>
            <a:off x="164592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2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أي انتقال يحرّك العناصر بسلاسة بين شريحتين؟</a:t>
            </a:r>
            <a:endParaRPr lang="en-US" sz="2200" dirty="0"/>
          </a:p>
        </p:txBody>
      </p:sp>
      <p:sp>
        <p:nvSpPr>
          <p:cNvPr id="4" name="bouton Fondu"/>
          <p:cNvSpPr txBox="1"/>
          <p:nvPr/>
        </p:nvSpPr>
        <p:spPr>
          <a:xfrm>
            <a:off x="603504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Fondu</a:t>
            </a:r>
            <a:endParaRPr lang="en-US" sz="1800" dirty="0"/>
          </a:p>
        </p:txBody>
      </p:sp>
      <p:sp>
        <p:nvSpPr>
          <p:cNvPr id="5" name="lien Fondu">
            <a:hlinkClick r:id="rId1" tooltip="Fondu" action="ppaction://hlinksldjump"/>
          </p:cNvPr>
          <p:cNvSpPr/>
          <p:nvPr/>
        </p:nvSpPr>
        <p:spPr>
          <a:xfrm>
            <a:off x="603504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Morphose"/>
          <p:cNvSpPr txBox="1"/>
          <p:nvPr/>
        </p:nvSpPr>
        <p:spPr>
          <a:xfrm>
            <a:off x="324612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Morphose</a:t>
            </a:r>
            <a:endParaRPr lang="en-US" sz="1800" dirty="0"/>
          </a:p>
        </p:txBody>
      </p:sp>
      <p:sp>
        <p:nvSpPr>
          <p:cNvPr id="7" name="lien Morphose">
            <a:hlinkClick r:id="rId2" tooltip="Morphose" action="ppaction://hlinksldjump"/>
          </p:cNvPr>
          <p:cNvSpPr/>
          <p:nvPr/>
        </p:nvSpPr>
        <p:spPr>
          <a:xfrm>
            <a:off x="324612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bouton Balayer"/>
          <p:cNvSpPr txBox="1"/>
          <p:nvPr/>
        </p:nvSpPr>
        <p:spPr>
          <a:xfrm>
            <a:off x="45720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Balayer</a:t>
            </a:r>
            <a:endParaRPr lang="en-US" sz="1800" dirty="0"/>
          </a:p>
        </p:txBody>
      </p:sp>
      <p:sp>
        <p:nvSpPr>
          <p:cNvPr id="9" name="lien Balayer">
            <a:hlinkClick r:id="rId3" tooltip="Balayer" action="ppaction://hlinksldjump"/>
          </p:cNvPr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ليس هذا الجواب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✗</a:t>
            </a:r>
            <a:endParaRPr lang="en-US" sz="4800" dirty="0"/>
          </a:p>
        </p:txBody>
      </p:sp>
      <p:sp>
        <p:nvSpPr>
          <p:cNvPr id="4" name="bouton حاول مرة أخرى"/>
          <p:cNvSpPr txBox="1"/>
          <p:nvPr/>
        </p:nvSpPr>
        <p:spPr>
          <a:xfrm>
            <a:off x="475488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حاول مرة أخرى</a:t>
            </a:r>
            <a:endParaRPr lang="en-US" sz="1800" dirty="0"/>
          </a:p>
        </p:txBody>
      </p:sp>
      <p:sp>
        <p:nvSpPr>
          <p:cNvPr id="5" name="lien حاول مرة أخرى">
            <a:hlinkClick r:id="rId1" tooltip="حاول مرة أخرى" action="ppaction://hlinksldjump"/>
          </p:cNvPr>
          <p:cNvSpPr/>
          <p:nvPr/>
        </p:nvSpPr>
        <p:spPr>
          <a:xfrm>
            <a:off x="475488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القائمة"/>
          <p:cNvSpPr txBox="1"/>
          <p:nvPr/>
        </p:nvSpPr>
        <p:spPr>
          <a:xfrm>
            <a:off x="164592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القائمة</a:t>
            </a:r>
            <a:endParaRPr lang="en-US" sz="1800" dirty="0"/>
          </a:p>
        </p:txBody>
      </p:sp>
      <p:sp>
        <p:nvSpPr>
          <p:cNvPr id="7" name="lien القائمة">
            <a:hlinkClick r:id="rId2" tooltip="القائمة" action="ppaction://hlinksldjump"/>
          </p:cNvPr>
          <p:cNvSpPr/>
          <p:nvPr/>
        </p:nvSpPr>
        <p:spPr>
          <a:xfrm>
            <a:off x="164592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السؤال 3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أين تكتب ملاحظات المقدّم؟</a:t>
            </a:r>
            <a:endParaRPr lang="en-US" sz="2200" dirty="0"/>
          </a:p>
        </p:txBody>
      </p:sp>
      <p:sp>
        <p:nvSpPr>
          <p:cNvPr id="4" name="bouton في الشريحة"/>
          <p:cNvSpPr txBox="1"/>
          <p:nvPr/>
        </p:nvSpPr>
        <p:spPr>
          <a:xfrm>
            <a:off x="603504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في الشريحة</a:t>
            </a:r>
            <a:endParaRPr lang="en-US" sz="1800" dirty="0"/>
          </a:p>
        </p:txBody>
      </p:sp>
      <p:sp>
        <p:nvSpPr>
          <p:cNvPr id="5" name="lien في الشريحة">
            <a:hlinkClick r:id="rId1" tooltip="في الشريحة" action="ppaction://hlinksldjump"/>
          </p:cNvPr>
          <p:cNvSpPr/>
          <p:nvPr/>
        </p:nvSpPr>
        <p:spPr>
          <a:xfrm>
            <a:off x="603504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في جزء الملاحظات"/>
          <p:cNvSpPr txBox="1"/>
          <p:nvPr/>
        </p:nvSpPr>
        <p:spPr>
          <a:xfrm>
            <a:off x="324612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في جزء الملاحظات</a:t>
            </a:r>
            <a:endParaRPr lang="en-US" sz="1800" dirty="0"/>
          </a:p>
        </p:txBody>
      </p:sp>
      <p:sp>
        <p:nvSpPr>
          <p:cNvPr id="7" name="lien في جزء الملاحظات">
            <a:hlinkClick r:id="rId2" tooltip="في جزء الملاحظات" action="ppaction://hlinksldjump"/>
          </p:cNvPr>
          <p:cNvSpPr/>
          <p:nvPr/>
        </p:nvSpPr>
        <p:spPr>
          <a:xfrm>
            <a:off x="324612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" name="bouton في الرأس"/>
          <p:cNvSpPr txBox="1"/>
          <p:nvPr/>
        </p:nvSpPr>
        <p:spPr>
          <a:xfrm>
            <a:off x="457200" y="2377440"/>
            <a:ext cx="265176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في الرأس</a:t>
            </a:r>
            <a:endParaRPr lang="en-US" sz="1800" dirty="0"/>
          </a:p>
        </p:txBody>
      </p:sp>
      <p:sp>
        <p:nvSpPr>
          <p:cNvPr id="9" name="lien في الرأس">
            <a:hlinkClick r:id="rId3" tooltip="في الرأس" action="ppaction://hlinksldjump"/>
          </p:cNvPr>
          <p:cNvSpPr/>
          <p:nvPr/>
        </p:nvSpPr>
        <p:spPr>
          <a:xfrm>
            <a:off x="457200" y="2377440"/>
            <a:ext cx="265176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ليس هذا الجواب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✗</a:t>
            </a:r>
            <a:endParaRPr lang="en-US" sz="4800" dirty="0"/>
          </a:p>
        </p:txBody>
      </p:sp>
      <p:sp>
        <p:nvSpPr>
          <p:cNvPr id="4" name="bouton حاول مرة أخرى"/>
          <p:cNvSpPr txBox="1"/>
          <p:nvPr/>
        </p:nvSpPr>
        <p:spPr>
          <a:xfrm>
            <a:off x="475488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3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حاول مرة أخرى</a:t>
            </a:r>
            <a:endParaRPr lang="en-US" sz="1800" dirty="0"/>
          </a:p>
        </p:txBody>
      </p:sp>
      <p:sp>
        <p:nvSpPr>
          <p:cNvPr id="5" name="lien حاول مرة أخرى">
            <a:hlinkClick r:id="rId1" tooltip="حاول مرة أخرى" action="ppaction://hlinksldjump"/>
          </p:cNvPr>
          <p:cNvSpPr/>
          <p:nvPr/>
        </p:nvSpPr>
        <p:spPr>
          <a:xfrm>
            <a:off x="475488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" name="bouton القائمة"/>
          <p:cNvSpPr txBox="1"/>
          <p:nvPr/>
        </p:nvSpPr>
        <p:spPr>
          <a:xfrm>
            <a:off x="164592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القائمة</a:t>
            </a:r>
            <a:endParaRPr lang="en-US" sz="1800" dirty="0"/>
          </a:p>
        </p:txBody>
      </p:sp>
      <p:sp>
        <p:nvSpPr>
          <p:cNvPr id="7" name="lien القائمة">
            <a:hlinkClick r:id="rId2" tooltip="القائمة" action="ppaction://hlinksldjump"/>
          </p:cNvPr>
          <p:cNvSpPr/>
          <p:nvPr/>
        </p:nvSpPr>
        <p:spPr>
          <a:xfrm>
            <a:off x="164592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rtl="1" algn="r" indent="0" marL="0">
              <a:buNone/>
            </a:pPr>
            <a:r>
              <a:rPr lang="en-US" sz="3000" b="1" dirty="0">
                <a:solidFill>
                  <a:schemeClr val="tx2"/>
                </a:solidFill>
              </a:rPr>
              <a:t>أحسنت! جواب صحيح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886200" y="1188720"/>
            <a:ext cx="1371600" cy="13716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✓</a:t>
            </a:r>
            <a:endParaRPr lang="en-US" sz="4800" dirty="0"/>
          </a:p>
        </p:txBody>
      </p:sp>
      <p:sp>
        <p:nvSpPr>
          <p:cNvPr id="4" name="bouton عودة إلى القائمة"/>
          <p:cNvSpPr txBox="1"/>
          <p:nvPr/>
        </p:nvSpPr>
        <p:spPr>
          <a:xfrm>
            <a:off x="3200400" y="3017520"/>
            <a:ext cx="2743200" cy="640080"/>
          </a:xfrm>
          <a:prstGeom prst="roundRect">
            <a:avLst>
              <a:gd name="adj" fmla="val 17143"/>
            </a:avLst>
          </a:prstGeom>
          <a:solidFill>
            <a:schemeClr val="accent2"/>
          </a:solidFill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عودة إلى القائمة</a:t>
            </a:r>
            <a:endParaRPr lang="en-US" sz="1800" dirty="0"/>
          </a:p>
        </p:txBody>
      </p:sp>
      <p:sp>
        <p:nvSpPr>
          <p:cNvPr id="5" name="lien عودة إلى القائمة">
            <a:hlinkClick r:id="rId1" tooltip="عودة إلى القائمة" action="ppaction://hlinksldjump"/>
          </p:cNvPr>
          <p:cNvSpPr/>
          <p:nvPr/>
        </p:nvSpPr>
        <p:spPr>
          <a:xfrm>
            <a:off x="3200400" y="3017520"/>
            <a:ext cx="2743200" cy="6400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457200" y="47548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7F7F7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urix Quiz">
  <a:themeElements>
    <a:clrScheme name="Nourix Quiz">
      <a:dk1>
        <a:srgbClr val="1F1F1F"/>
      </a:dk1>
      <a:lt1>
        <a:srgbClr val="FFFFFF"/>
      </a:lt1>
      <a:dk2>
        <a:srgbClr val="0E3B24"/>
      </a:dk2>
      <a:lt2>
        <a:srgbClr val="EAF5EE"/>
      </a:lt2>
      <a:accent1>
        <a:srgbClr val="217346"/>
      </a:accent1>
      <a:accent2>
        <a:srgbClr val="D4A84B"/>
      </a:accent2>
      <a:accent3>
        <a:srgbClr val="C43E1C"/>
      </a:accent3>
      <a:accent4>
        <a:srgbClr val="2B579A"/>
      </a:accent4>
      <a:accent5>
        <a:srgbClr val="70AD47"/>
      </a:accent5>
      <a:accent6>
        <a:srgbClr val="7F7F7F"/>
      </a:accent6>
      <a:hlink>
        <a:srgbClr val="217346"/>
      </a:hlink>
      <a:folHlink>
        <a:srgbClr val="D4A84B"/>
      </a:folHlink>
    </a:clrScheme>
    <a:fontScheme name="Nourix Quiz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Nourix Academy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Projet6-Quiz-interactif</dc:title>
  <dc:subject>PptxGenJS Presentation</dc:subject>
  <dc:creator>Nourix Academy</dc:creator>
  <cp:lastModifiedBy>Nourix Academy</cp:lastModifiedBy>
  <cp:revision>1</cp:revision>
  <dcterms:created xsi:type="dcterms:W3CDTF">2026-10-05T17:52:00Z</dcterms:created>
  <dcterms:modified xsi:type="dcterms:W3CDTF">2026-10-05T17:52:00Z</dcterms:modified>
</cp:coreProperties>
</file>