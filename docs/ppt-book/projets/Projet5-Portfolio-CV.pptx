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تعريف" id="{0100ddc8-66c1-f5a1-a2af-d1cb1295200d}">
          <p14:sldIdLst>
            <p14:sldId id="256"/>
            <p14:sldId id="257"/>
          </p14:sldIdLst>
        </p14:section>
        <p14:section name="المهارات" id="{afc52bce-6bc9-424e-1adc-5957977fb18d}">
          <p14:sldIdLst>
            <p14:sldId id="258"/>
            <p14:sldId id="259"/>
          </p14:sldIdLst>
        </p14:section>
        <p14:section name="التواصل" id="{f38a9ce3-1417-8b43-7112-8dc6331e4366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Titre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algn="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Sous-titre</a:t>
            </a: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Nourix Academy · المشروع 5: سيرة ذاتية مرئية (بيانات خيالية)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D4A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Section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Titre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32004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Nourix Academy · المشروع 5: سيرة ذاتية مرئية (بيانات خيالية)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rtl="1" algn="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Sami Example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مصمم عروض تقديمية ومحتوى رقمي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من أنا؟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583680" y="128016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SE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أصمم عروضاً واضحة للشركات والمدارس منذ 4 سنوات. أحب تحويل الأرقام المعقدة إلى رسائل بسيطة.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30175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+120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3840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عرضاً منجزاً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0175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35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840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زبوناً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المهارات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PowerPoint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44168"/>
            <a:ext cx="6217920" cy="23774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344168"/>
            <a:ext cx="5907024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0" y="18928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Excel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002536"/>
            <a:ext cx="6217920" cy="23774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00784" y="2002536"/>
            <a:ext cx="4974336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0" y="255117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Word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660904"/>
            <a:ext cx="6217920" cy="23774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2660904"/>
            <a:ext cx="5285232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0" y="320954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Canva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319272"/>
            <a:ext cx="6217920" cy="23774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22576" y="3319272"/>
            <a:ext cx="4352544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0" y="38679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التصوير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6217920" cy="23774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44368" y="3977640"/>
            <a:ext cx="3730752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المسار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2377440"/>
            <a:ext cx="768096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224028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0" y="15544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2020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949440" y="2697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ليسانس في التسويق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32120" y="224028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0" y="15544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2022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2697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مصمم في وكالة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37560" y="224028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26080" y="15544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2024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697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مستقل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43000" y="224028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15544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2026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2697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مدرّب في Nourix Academy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rtl="1" algn="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لنعمل معاً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sami@example.com · 0000 00 00 00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urix Portfolio">
  <a:themeElements>
    <a:clrScheme name="Nourix Portfolio">
      <a:dk1>
        <a:srgbClr val="1F1F1F"/>
      </a:dk1>
      <a:lt1>
        <a:srgbClr val="FFFFFF"/>
      </a:lt1>
      <a:dk2>
        <a:srgbClr val="1C1C1C"/>
      </a:dk2>
      <a:lt2>
        <a:srgbClr val="F3F3F3"/>
      </a:lt2>
      <a:accent1>
        <a:srgbClr val="D4A84B"/>
      </a:accent1>
      <a:accent2>
        <a:srgbClr val="F0D58C"/>
      </a:accent2>
      <a:accent3>
        <a:srgbClr val="3A3A3A"/>
      </a:accent3>
      <a:accent4>
        <a:srgbClr val="C43E1C"/>
      </a:accent4>
      <a:accent5>
        <a:srgbClr val="70AD47"/>
      </a:accent5>
      <a:accent6>
        <a:srgbClr val="5B9BD5"/>
      </a:accent6>
      <a:hlink>
        <a:srgbClr val="D4A84B"/>
      </a:hlink>
      <a:folHlink>
        <a:srgbClr val="F0D58C"/>
      </a:folHlink>
    </a:clrScheme>
    <a:fontScheme name="Nourix Portfoli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Nourix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Projet5-Portfolio-CV</dc:title>
  <dc:subject>PptxGenJS Presentation</dc:subject>
  <dc:creator>Nourix Academy</dc:creator>
  <cp:lastModifiedBy>Nourix Academy</cp:lastModifiedBy>
  <cp:revision>1</cp:revision>
  <dcterms:created xsi:type="dcterms:W3CDTF">2026-10-05T17:52:00Z</dcterms:created>
  <dcterms:modified xsi:type="dcterms:W3CDTF">2026-10-05T17:52:00Z</dcterms:modified>
</cp:coreProperties>
</file>