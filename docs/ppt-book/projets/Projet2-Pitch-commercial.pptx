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بداية" id="{64466471-7a64-e5ea-2a11-6e0bcf3f74f3}">
          <p14:sldIdLst>
            <p14:sldId id="256"/>
            <p14:sldId id="257"/>
          </p14:sldIdLst>
        </p14:section>
        <p14:section name="الحل" id="{1ebfce48-3366-f877-29fb-dadf29eba1e2}">
          <p14:sldIdLst>
            <p14:sldId id="258"/>
            <p14:sldId id="259"/>
          </p14:sldIdLst>
        </p14:section>
        <p14:section name="العرض" id="{0d1dbb0b-e18d-457f-47ff-cb0889eb616a}">
          <p14:sldIdLst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الاشتراكات</c:v>
                </c:pt>
              </c:strCache>
            </c:strRef>
          </c:tx>
          <c:spPr>
            <a:solidFill>
              <a:srgbClr val="B5651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الثلاثي 1</c:v>
                  </c:pt>
                  <c:pt idx="1">
                    <c:v>الثلاثي 2</c:v>
                  </c:pt>
                  <c:pt idx="2">
                    <c:v>الثلاثي 3</c:v>
                  </c:pt>
                  <c:pt idx="3">
                    <c:v>الثلاثي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85</c:v>
                </c:pt>
                <c:pt idx="2">
                  <c:v>140</c:v>
                </c:pt>
                <c:pt idx="3">
                  <c:v>210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rgbClr val="3B2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Titre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algn="r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Sous-titre</a:t>
            </a:r>
            <a:endParaRPr lang="en-US" sz="2000" dirty="0"/>
          </a:p>
        </p:txBody>
      </p:sp>
      <p:sp>
        <p:nvSpPr>
          <p:cNvPr id="4" name="Text 0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Nourix Academy · المشروع 2: عرض تجاري (بيانات خيالية)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B56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Section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Titre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32004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</a:rPr>
              <a:t>Nourix Academy · المشروع 2: عرض تجاري (بيانات خيالية)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rtl="1" algn="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Café Atlas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قهوة محلية طازجة، تصلك إلى المكتب كل أسبوع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المشكلة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846320" y="12801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3 من 5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846320" y="21031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موظفين يشترون قهوة جاهزة خارج المكتب كل يوم (استطلاع خيالي)</a:t>
            </a:r>
            <a:endParaRPr lang="en-US" sz="1400" dirty="0"/>
          </a:p>
        </p:txBody>
      </p:sp>
      <p:sp>
        <p:nvSpPr>
          <p:cNvPr id="5" name="carte"/>
          <p:cNvSpPr/>
          <p:nvPr/>
        </p:nvSpPr>
        <p:spPr>
          <a:xfrm>
            <a:off x="457200" y="1280160"/>
            <a:ext cx="402336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794760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57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ما يزعج الزبائن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688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وقت ضائع في الطابور، سعر مرتفع، وجودة غير ثابتة.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الحل: اشتراك قهوة للمكاتب</a:t>
            </a:r>
            <a:endParaRPr lang="en-US" sz="3000" dirty="0"/>
          </a:p>
        </p:txBody>
      </p:sp>
      <p:sp>
        <p:nvSpPr>
          <p:cNvPr id="3" name="carte"/>
          <p:cNvSpPr/>
          <p:nvPr/>
        </p:nvSpPr>
        <p:spPr>
          <a:xfrm>
            <a:off x="6035040" y="1188720"/>
            <a:ext cx="2651760" cy="274320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0100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1965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طحن طازج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23774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نحمّص ونطحن قبل التوصيل بيومين.</a:t>
            </a:r>
            <a:endParaRPr lang="en-US" sz="1400" dirty="0"/>
          </a:p>
        </p:txBody>
      </p:sp>
      <p:sp>
        <p:nvSpPr>
          <p:cNvPr id="7" name="carte"/>
          <p:cNvSpPr/>
          <p:nvPr/>
        </p:nvSpPr>
        <p:spPr>
          <a:xfrm>
            <a:off x="3246120" y="1188720"/>
            <a:ext cx="2651760" cy="274320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1208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965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توصيل أسبوعي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3774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كل اثنين صباحاً، دون طلب جديد.</a:t>
            </a:r>
            <a:endParaRPr lang="en-US" sz="1400" dirty="0"/>
          </a:p>
        </p:txBody>
      </p:sp>
      <p:sp>
        <p:nvSpPr>
          <p:cNvPr id="11" name="carte"/>
          <p:cNvSpPr/>
          <p:nvPr/>
        </p:nvSpPr>
        <p:spPr>
          <a:xfrm>
            <a:off x="457200" y="1188720"/>
            <a:ext cx="2651760" cy="274320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2316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1965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آلة مجانية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3774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مع كل اشتراك لأكثر من 10 موظفين.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المبيعات المتوقعة (بالاشتراكات)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6692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309360" y="14630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×5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309360" y="2286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نمو متوقع خلال سنة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الأسعار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السعر الشهري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4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الكمية الأسبوعية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4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الموظفون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4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الباقة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41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6 000 دج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كغ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حتى 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صغيرة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15 000 دج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كغ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 إلى 30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متوسطة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27 000 دج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كغ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أكثر من 30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كبيرة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7F7F7F"/>
                </a:solidFill>
              </a:rPr>
              <a:t>الأسعار أمثلة للتمرين: ضع أسعارك وعملتك.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rtl="1" algn="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ابدأ تجربة مجانية لمدة أسبوعين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contact@cafe-atlas.example · 0000 00 00 00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urix Cafe">
  <a:themeElements>
    <a:clrScheme name="Nourix Cafe">
      <a:dk1>
        <a:srgbClr val="1F1F1F"/>
      </a:dk1>
      <a:lt1>
        <a:srgbClr val="FFFFFF"/>
      </a:lt1>
      <a:dk2>
        <a:srgbClr val="3B2416"/>
      </a:dk2>
      <a:lt2>
        <a:srgbClr val="F6EFE9"/>
      </a:lt2>
      <a:accent1>
        <a:srgbClr val="B5651D"/>
      </a:accent1>
      <a:accent2>
        <a:srgbClr val="E6B17E"/>
      </a:accent2>
      <a:accent3>
        <a:srgbClr val="6B8F71"/>
      </a:accent3>
      <a:accent4>
        <a:srgbClr val="8C3B2B"/>
      </a:accent4>
      <a:accent5>
        <a:srgbClr val="D9A441"/>
      </a:accent5>
      <a:accent6>
        <a:srgbClr val="4A6670"/>
      </a:accent6>
      <a:hlink>
        <a:srgbClr val="B5651D"/>
      </a:hlink>
      <a:folHlink>
        <a:srgbClr val="E6B17E"/>
      </a:folHlink>
    </a:clrScheme>
    <a:fontScheme name="Nourix Caf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Nourix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Projet2-Pitch-commercial</dc:title>
  <dc:subject>PptxGenJS Presentation</dc:subject>
  <dc:creator>Nourix Academy</dc:creator>
  <cp:lastModifiedBy>Nourix Academy</cp:lastModifiedBy>
  <cp:revision>1</cp:revision>
  <dcterms:created xsi:type="dcterms:W3CDTF">2026-10-10T15:40:20Z</dcterms:created>
  <dcterms:modified xsi:type="dcterms:W3CDTF">2026-10-10T15:40:20Z</dcterms:modified>
</cp:coreProperties>
</file>