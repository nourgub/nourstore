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مرحباً بكم في الدورة. في هذه الحصص نتعلم استعمال أدوات الذكاء الاصطناعي خطوة بخطوة: كتابة البرومبت، أهم الأدوات، وصناعة فيديو كامل. كل ما نراه موجود بالتفصيل في كتاب الدورة.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نعرض خريطة الدورة: نبدأ بالأساسيات، ثم فن كتابة البرومبت لأنه المهارة التي تخدم كل الأدوات، ثم الأدوات، ثم الفيديو، وأخيراً كيف تحوّل المهارة إلى دخل.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الفكرة الأساسية: الذكاء الاصطناعي يتعلّم من الأمثلة. الدوائر داخل بعضها: كل ذكاء توليدي هو تعلّم عميق، وكل تعلّم عميق هو تعلّم آلي، وكله ذكاء اصطناعي.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أربع أفكار تكفي لفهم النماذج اللغوية. أهمها الرابعة: النموذج لا يعرف أنه يخطئ، فكل رقم أو اسم أو مرجع يحتاج تحققاً.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القواعد تحمي المتعلم وزبائنه. البيانات الشخصية يحميها القانون في بلداننا: 09-08 في المغرب، 18-07 في الجزائر، 2004-63 في تونس. وفي أوروبا يفرض قانون AI Act الإفصاح عن التزييف العميق.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تشبيه مفيد: أنت المدير والذكاء الاصطناعي موظف جديد ذكي لكنه لا يعرف شيئاً عنك. كل قطعة ناقصة سيخمّنها. المهمة والسياق أهم قطعتين، والأمثلة أقواها.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اطلبوا من المتعلمين حفظ هذا القالب في ملاحظات الهاتف. للطلبات اليومية النسخة السريعة تكفي، وللمهام المهمة نضيف الأسئلة والخطة والمراجعة الذاتية.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جرّبوا كل تقنية مباشرة أمام المتعلمين. أسرعها أثراً: الأمثلة القليلة. أعطوا النموذج ثلاثة أمثلة من أسلوبكم وسيقلّده.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الفرق بين الماستر برومبت وبرومبت النظام: الأول نكتبه مع كل طلب، والثاني نكتبه مرة واحدة في الإعدادات أو في مشروع، ويحتوي ما لا يتغير: الهوية والنبرة والقواعد. لا تضعوا فيه كلمات سر.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نوضّح للمتعلمين أن هذه الأوامر ليست ميزة رسمية. نلصق القاموس من الفصل 6 في مشروع، ثم نجرّب /Quiz مباشرة أمامهم.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 نحاول تعليم كل الأدوات. نختار أداة واحدة من كل سطر ونتقنها. للمبتدئ: ChatGPT أو Claude للنص، Ideogram أو صور ChatGPT للصور، Canva للتصميم.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نبني البرومبت قطعة قطعة أمام المتعلمين ونولّد بعد كل إضافة لنرى الفرق. نذكّر بأن الاستعمال التجاري للصور يحتاج خطة تسمح بذلك في كل أداة.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أهم رسالة: الفيديو لا يبدأ من أداة الفيديو بل من السكريبت والستوريبورد. من يقفز إلى المرحلة 5 مباشرة يضيّع الوقت والرصيد.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نشرح القواعد الثلاث: حركة واحدة تمنع التشوّه، الصورة المرجعية تعطي التحكم، وبطاقة الشخصية المنسوخة حرفياً تحافظ على نفس الوجه في كل المشاهد.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 نَعِد بأداة «الأفضل». الأدوات تتغير كل بضعة أشهر. نعلّم الطريقة: نفس البرومبت في أداتين ونقارن. والأفاتار بوجه أو صوت شخص حقيقي يحتاج موافقته.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الموسيقى تنخفض تلقائياً تحت الكلام، وهذا ما نسميه الخفض التلقائي. استمعوا دائماً على مكبّر الهاتف لأن كثيراً من الجمهور يسمع منه.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الشريحة أهم شريحة مهنية في الدورة. الخطط المجانية في أغلب أدوات الصور والصوت والموسيقى لا تسمح بالاستعمال التجاري، فأي عمل لزبون يحتاج خطة مناسبة.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نتكلم بصدق: لا أحد يضمن دخلاً. نبدأ بثلاث عيّنات في معرض الأعمال، ونقول للزبون أننا نستعمل أدوات الذكاء الاصطناعي، ونحدد عدد التعديلات والمدة.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الخطة اليومية الكاملة في الفصل 21. ننصح المتعلمين بمشاركة تمرين كل أسبوع في مجموعة الدورة لنعطيهم ملاحظات.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نختم بالأسئلة، ونذكّر بالتمرين الأول من خطة 30 يوماً، وبمكان الكتاب للتفاصيل والبرومبتات الكاملة.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n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ub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الذكاء الاصطناعي من الصفر إلى الاحتراف</dc:title>
  <dc:subject/>
  <dc:creator>Nourix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